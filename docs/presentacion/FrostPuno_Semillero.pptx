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EE6C4D"/>
          </a:solidFill>
          <a:ln/>
        </p:spPr>
      </p:sp>
      <p:pic>
        <p:nvPicPr>
          <p:cNvPr id="3" name="Image 0" descr="D:\Dev\02_UNIVERSIDAD\FrostPuno\.claude\worktrees\flutter-frost-prediction-puno-d1a1d7\docs\presentacion\img\escudo_u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920240" cy="2075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3566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Altiplano - Puno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52044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FrostPuno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547872" y="20574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distribuida y computo paralelo para la prediccion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heladas mediante aprendizaje no supervisado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547872" y="3108960"/>
            <a:ext cx="1371600" cy="4572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8" name="Text 5"/>
          <p:cNvSpPr/>
          <p:nvPr/>
        </p:nvSpPr>
        <p:spPr>
          <a:xfrm>
            <a:off x="3547872" y="34290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Mamani Mendoza, Joseph Elvis   ·   Pari Pari, Yimmy Ronaldo   ·   Quispe Galindo, Jahan Kevin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 Curasi, Hector Luis   ·   Apaza Llanos, Yoel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47872" y="452628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16232E"/>
          </a:solidFill>
          <a:ln/>
        </p:spPr>
      </p:sp>
      <p:sp>
        <p:nvSpPr>
          <p:cNvPr id="10" name="Text 7"/>
          <p:cNvSpPr/>
          <p:nvPr/>
        </p:nvSpPr>
        <p:spPr>
          <a:xfrm>
            <a:off x="3822192" y="4526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Semillero de investigacion  ·  Ingenieria de Sistemas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helada, dos caras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143000" y="1600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EE6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01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DESTRUYE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Cultivos de la campaña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Crias de alpaca y ovino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600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1F6F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801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22402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insumo del chuño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alimentaria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43000" y="3749040"/>
            <a:ext cx="7406640" cy="2103120"/>
          </a:xfrm>
          <a:prstGeom prst="roundRect">
            <a:avLst>
              <a:gd name="adj" fmla="val 3478"/>
            </a:avLst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40233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3 800 m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463040" y="4937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decision de proteger el cultivo, resguardar el ganado o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la papa se toma por experiencia, sin datos integrados.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96528" y="1600200"/>
            <a:ext cx="2286000" cy="4251960"/>
          </a:xfrm>
          <a:prstGeom prst="roundRect">
            <a:avLst>
              <a:gd name="adj" fmla="val 3200"/>
            </a:avLst>
          </a:prstGeom>
          <a:solidFill>
            <a:srgbClr val="16232E"/>
          </a:solidFill>
          <a:ln/>
        </p:spPr>
      </p:sp>
      <p:pic>
        <p:nvPicPr>
          <p:cNvPr id="15" name="Image 0" descr="D:\Dev\02_UNIVERSIDAD\FrostPuno\.claude\worktrees\flutter-frost-prediction-puno-d1a1d7\docs\presentacion\img\chu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0264" y="1719072"/>
            <a:ext cx="1929384" cy="40142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contribuciones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43000" y="1170432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sostiene el paper, en computo paralelo y distribuido.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965960"/>
            <a:ext cx="9921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5608" y="225856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1435608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40280" y="2194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paralela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240280" y="2624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hilos con aislamiento de fallos por distrito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337560"/>
            <a:ext cx="9921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363016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1435608" y="3630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40280" y="3566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distribuida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240280" y="39959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servicios autonomos en proveedores distintos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" y="4709160"/>
            <a:ext cx="9921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08" y="500176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1435608" y="50017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40280" y="4937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automatizado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240280" y="5367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concurrentes con barrera de calidad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servicios, cuatro proveedores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43000" y="1170432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 efectiva, no separacion logica dentro de un proceso.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874520"/>
            <a:ext cx="21717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EE6C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2121408"/>
            <a:ext cx="19522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Flutter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2728" y="2651760"/>
            <a:ext cx="19522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APK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470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26180" y="1874520"/>
            <a:ext cx="21717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3D5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5908" y="2121408"/>
            <a:ext cx="19522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35908" y="2651760"/>
            <a:ext cx="19522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21717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1F6F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121408"/>
            <a:ext cx="19522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2651760"/>
            <a:ext cx="19522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810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92540" y="1874520"/>
            <a:ext cx="21717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3D5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2268" y="2121408"/>
            <a:ext cx="19522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2268" y="2651760"/>
            <a:ext cx="19522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43000" y="3977640"/>
            <a:ext cx="9921240" cy="1600200"/>
          </a:xfrm>
          <a:prstGeom prst="roundRect">
            <a:avLst>
              <a:gd name="adj" fmla="val 3429"/>
            </a:avLst>
          </a:prstGeom>
          <a:solidFill>
            <a:srgbClr val="EDF3F5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4206240"/>
            <a:ext cx="9189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contrato que los desacopla: 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 caracteristicas declarada en el metadata del modelo. El backend arma el vector en ese orden, asi que reentrenar no obliga a tocar el servidor.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Ingesta paralela de 13 distritos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43000" y="1170432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independientes dominadas por latencia de red: caso ideal para hilos.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783080"/>
            <a:ext cx="5989320" cy="2606040"/>
          </a:xfrm>
          <a:prstGeom prst="roundRect">
            <a:avLst>
              <a:gd name="adj" fmla="val 2105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65960"/>
            <a:ext cx="5532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F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ThreadPoolExecutor(max_workers) as executor: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F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futures = {executor.submit(fetch, d): d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F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for d in distritos}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F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future in as_completed(futures):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F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F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frames.append(future.result())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F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Exception as exc: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F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failures.append(...)   # aisla el fallo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52360" y="178308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892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/ fan-in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0" y="22037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lanzan 13 tareas y se recolectan al terminar, sin orden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2807208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916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 fallos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3227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distrito cae, los demas continuan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52360" y="3831336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 configurable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4251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de hilos ajustable, 4 por defecto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4855464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4965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52760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tiende al de UNA peticion, no a 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61772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manejo de excepciones esta DENTRO del bucle: por eso el fallo se aisla por distrito.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COMPUTO ML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 por lotes, inferencia en linea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43000" y="1170432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computos con exigencias opuestas, unidos por un registro de modelos.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874520"/>
            <a:ext cx="30022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31750">
            <a:solidFill>
              <a:srgbClr val="3D5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084832"/>
            <a:ext cx="263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450592"/>
            <a:ext cx="2636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25880" y="2971800"/>
            <a:ext cx="263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de 24 combinaciones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 al registry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Semanal, sin intervencion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45280" y="3017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02480" y="1874520"/>
            <a:ext cx="30022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3175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5360" y="2084832"/>
            <a:ext cx="263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5360" y="2450592"/>
            <a:ext cx="2636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85360" y="2971800"/>
            <a:ext cx="263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.joblib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 con features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del sistema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04760" y="3017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61960" y="1874520"/>
            <a:ext cx="30022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31750">
            <a:solidFill>
              <a:srgbClr val="EE6C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4840" y="2084832"/>
            <a:ext cx="263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4840" y="2450592"/>
            <a:ext cx="2636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44840" y="2971800"/>
            <a:ext cx="263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1 vez por proceso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al centroide: O(k)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inmediata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0060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estandar en sistemas distribuidos de aprendizaje automatico.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43000" y="868680"/>
            <a:ext cx="2514600" cy="5029200"/>
          </a:xfrm>
          <a:prstGeom prst="roundRect">
            <a:avLst>
              <a:gd name="adj" fmla="val 2909"/>
            </a:avLst>
          </a:prstGeom>
          <a:solidFill>
            <a:srgbClr val="16232E"/>
          </a:solidFill>
          <a:ln/>
        </p:spPr>
      </p:sp>
      <p:pic>
        <p:nvPicPr>
          <p:cNvPr id="5" name="Image 0" descr="D:\Dev\02_UNIVERSIDAD\FrostPuno\.claude\worktrees\flutter-frost-prediction-puno-d1a1d7\docs\presentacion\img\zonas_kme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1005840"/>
            <a:ext cx="2121408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77640" y="457200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Nadie escribio la regla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977640" y="1188720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agrupa los distritos por su regimen termico, sin etiquetas.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Mejoramos el modelo QUITANDO variables: silhouette 0.286 -&gt; 0.419.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2377440"/>
            <a:ext cx="2179320" cy="1463040"/>
          </a:xfrm>
          <a:prstGeom prst="roundRect">
            <a:avLst>
              <a:gd name="adj" fmla="val 3750"/>
            </a:avLst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4050792" y="2606040"/>
            <a:ext cx="2033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0.419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050792" y="3337560"/>
            <a:ext cx="2033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31280" y="2377440"/>
            <a:ext cx="2179320" cy="1463040"/>
          </a:xfrm>
          <a:prstGeom prst="roundRect">
            <a:avLst>
              <a:gd name="adj" fmla="val 3750"/>
            </a:avLst>
          </a:prstGeom>
          <a:solidFill>
            <a:srgbClr val="0D1B2A"/>
          </a:solidFill>
          <a:ln/>
        </p:spPr>
      </p:sp>
      <p:sp>
        <p:nvSpPr>
          <p:cNvPr id="12" name="Text 9"/>
          <p:cNvSpPr/>
          <p:nvPr/>
        </p:nvSpPr>
        <p:spPr>
          <a:xfrm>
            <a:off x="6504432" y="2606040"/>
            <a:ext cx="2033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0.813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504432" y="3337560"/>
            <a:ext cx="2033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84920" y="2377440"/>
            <a:ext cx="2179320" cy="1463040"/>
          </a:xfrm>
          <a:prstGeom prst="roundRect">
            <a:avLst>
              <a:gd name="adj" fmla="val 3750"/>
            </a:avLst>
          </a:prstGeom>
          <a:solidFill>
            <a:srgbClr val="0D1B2A"/>
          </a:solidFill>
          <a:ln/>
        </p:spPr>
      </p:sp>
      <p:sp>
        <p:nvSpPr>
          <p:cNvPr id="15" name="Text 12"/>
          <p:cNvSpPr/>
          <p:nvPr/>
        </p:nvSpPr>
        <p:spPr>
          <a:xfrm>
            <a:off x="8958072" y="2606040"/>
            <a:ext cx="2033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958072" y="3337560"/>
            <a:ext cx="2033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977640" y="4160520"/>
            <a:ext cx="70866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4343400"/>
            <a:ext cx="644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Macusani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(4 315 m) queda en riesgo alto,
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Sandia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(2 170 m, en valle) en riesgo bajo.
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la geografia. No lo programamos.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mantiene solo, y lo probamos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43000" y="1170432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flujos concurrentes, reentrenamiento programado y una barrera de calidad.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783080"/>
            <a:ext cx="50749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pic>
        <p:nvPicPr>
          <p:cNvPr id="7" name="Image 0" descr="D:\Dev\02_UNIVERSIDAD\FrostPuno\.claude\worktrees\flutter-frost-prediction-puno-d1a1d7\docs\presentacion\img\actions_deta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920240"/>
            <a:ext cx="480060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41605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flujos corren en paralelo: el tiempo total es el del mas lento.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37960" y="1783080"/>
            <a:ext cx="4526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Reentrenamiento adaptativo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665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llega al objetivo, amplia la ventana: 14 -&gt; 29 -&gt; 44 dias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7960" y="3017520"/>
            <a:ext cx="4526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de calidad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76656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&lt; 0.35 detiene la integracion con codigo de error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37960" y="4251960"/>
            <a:ext cx="4526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pruebas de mantenimiento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66560" y="4754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verifica que la barrera BLOQUEA un modelo degradado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" y="557784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 una prueba automatizada que verifica que nuestra propia barrera funciona.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Verificado y en produccion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143000" y="1691640"/>
            <a:ext cx="59436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91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del servicio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16916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satisfactorias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2441448"/>
            <a:ext cx="5943600" cy="621792"/>
          </a:xfrm>
          <a:prstGeom prst="roundRect">
            <a:avLst>
              <a:gd name="adj" fmla="val 7353"/>
            </a:avLst>
          </a:prstGeom>
          <a:solidFill>
            <a:srgbClr val="F1F4F6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44144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mantenimiento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satisfactorias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191256"/>
            <a:ext cx="59436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19125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de calidad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319125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Aprobada, 0.419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3941064"/>
            <a:ext cx="5943600" cy="621792"/>
          </a:xfrm>
          <a:prstGeom prst="roundRect">
            <a:avLst>
              <a:gd name="adj" fmla="val 7353"/>
            </a:avLst>
          </a:prstGeom>
          <a:solidFill>
            <a:srgbClr val="F1F4F6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94106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 y Android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394106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Compilando, 47.3 MB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" y="4690872"/>
            <a:ext cx="59436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69087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produccion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469087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v1.0.0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1691640"/>
            <a:ext cx="3429000" cy="3703320"/>
          </a:xfrm>
          <a:prstGeom prst="roundRect">
            <a:avLst>
              <a:gd name="adj" fmla="val 2133"/>
            </a:avLst>
          </a:prstGeom>
          <a:solidFill>
            <a:srgbClr val="16232E"/>
          </a:solidFill>
          <a:ln/>
        </p:spPr>
      </p:sp>
      <p:pic>
        <p:nvPicPr>
          <p:cNvPr id="21" name="Image 0" descr="D:\Dev\02_UNIVERSIDAD\FrostPuno\.claude\worktrees\flutter-frost-prediction-puno-d1a1d7\docs\presentacion\img\home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1828800"/>
            <a:ext cx="1600200" cy="31546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635240" y="5029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 operacion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aportamos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7373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F6F7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16916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paralela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37360" y="21214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hilos con aislamiento de fallos por distrito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F6F7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8803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distribuida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3101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servicios acoplados solo por contratos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1148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F6F7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14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4069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probado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37360" y="44988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concurrentes y barrera verificada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737360"/>
            <a:ext cx="43434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pic>
        <p:nvPicPr>
          <p:cNvPr id="16" name="Image 0" descr="D:\Dev\02_UNIVERSIDAD\FrostPuno\.claude\worktrees\flutter-frost-prediction-puno-d1a1d7\docs\presentacion\img\apk_play_prot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965960"/>
            <a:ext cx="3703320" cy="19202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49440" y="42062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verificado con Play Protect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5349240"/>
            <a:ext cx="1371600" cy="4572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532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572000" y="5623560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9BC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github.com/JosephElvisMaman1/frost-puno   ·   frost-puno.vercel.app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FrostPuno - Semillero de investigacion</dc:title>
  <dc:subject>PptxGenJS Presentation</dc:subject>
  <dc:creator>Joseph Elvis Mamani Mendoza</dc:creator>
  <cp:lastModifiedBy>Joseph Elvis Mamani Mendoza</cp:lastModifiedBy>
  <cp:revision>1</cp:revision>
  <dcterms:created xsi:type="dcterms:W3CDTF">2026-08-06T12:27:16Z</dcterms:created>
  <dcterms:modified xsi:type="dcterms:W3CDTF">2026-08-06T12:27:16Z</dcterms:modified>
</cp:coreProperties>
</file>